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2"/>
    <p:sldId id="260" r:id="rId3"/>
    <p:sldId id="261" r:id="rId4"/>
    <p:sldId id="258" r:id="rId5"/>
    <p:sldId id="263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C540C2-3155-4B97-BA46-49AD7A69B5F6}" v="86" dt="2025-08-18T12:44:07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 Shah" userId="09d265283d382add" providerId="LiveId" clId="{DDC540C2-3155-4B97-BA46-49AD7A69B5F6}"/>
    <pc:docChg chg="undo redo custSel addSld delSld modSld sldOrd modMainMaster">
      <pc:chgData name="Arya Shah" userId="09d265283d382add" providerId="LiveId" clId="{DDC540C2-3155-4B97-BA46-49AD7A69B5F6}" dt="2025-08-18T13:00:45.648" v="389"/>
      <pc:docMkLst>
        <pc:docMk/>
      </pc:docMkLst>
      <pc:sldChg chg="addSp delSp modSp del mod ord">
        <pc:chgData name="Arya Shah" userId="09d265283d382add" providerId="LiveId" clId="{DDC540C2-3155-4B97-BA46-49AD7A69B5F6}" dt="2025-08-18T12:15:26.824" v="267" actId="47"/>
        <pc:sldMkLst>
          <pc:docMk/>
          <pc:sldMk cId="1835496006" sldId="257"/>
        </pc:sldMkLst>
        <pc:spChg chg="add del mod">
          <ac:chgData name="Arya Shah" userId="09d265283d382add" providerId="LiveId" clId="{DDC540C2-3155-4B97-BA46-49AD7A69B5F6}" dt="2025-08-18T11:59:17.453" v="132"/>
          <ac:spMkLst>
            <pc:docMk/>
            <pc:sldMk cId="1835496006" sldId="257"/>
            <ac:spMk id="2" creationId="{9E4F2F7A-C8BB-2BDA-EFA0-27D06C08A985}"/>
          </ac:spMkLst>
        </pc:spChg>
        <pc:spChg chg="add mod">
          <ac:chgData name="Arya Shah" userId="09d265283d382add" providerId="LiveId" clId="{DDC540C2-3155-4B97-BA46-49AD7A69B5F6}" dt="2025-08-18T12:14:41.322" v="259" actId="1076"/>
          <ac:spMkLst>
            <pc:docMk/>
            <pc:sldMk cId="1835496006" sldId="257"/>
            <ac:spMk id="3" creationId="{D092050D-376E-E3A6-0C09-FBB2B4467285}"/>
          </ac:spMkLst>
        </pc:spChg>
        <pc:spChg chg="add mod">
          <ac:chgData name="Arya Shah" userId="09d265283d382add" providerId="LiveId" clId="{DDC540C2-3155-4B97-BA46-49AD7A69B5F6}" dt="2025-08-18T11:59:57.864" v="141" actId="767"/>
          <ac:spMkLst>
            <pc:docMk/>
            <pc:sldMk cId="1835496006" sldId="257"/>
            <ac:spMk id="4" creationId="{AA3738BA-3F2E-66D0-067C-B3E6F13B60C8}"/>
          </ac:spMkLst>
        </pc:spChg>
        <pc:spChg chg="add mod">
          <ac:chgData name="Arya Shah" userId="09d265283d382add" providerId="LiveId" clId="{DDC540C2-3155-4B97-BA46-49AD7A69B5F6}" dt="2025-08-18T12:00:28.802" v="147" actId="12"/>
          <ac:spMkLst>
            <pc:docMk/>
            <pc:sldMk cId="1835496006" sldId="257"/>
            <ac:spMk id="5" creationId="{91C947C6-1C2C-CA7B-3869-C08F49096FBC}"/>
          </ac:spMkLst>
        </pc:spChg>
        <pc:spChg chg="add mod">
          <ac:chgData name="Arya Shah" userId="09d265283d382add" providerId="LiveId" clId="{DDC540C2-3155-4B97-BA46-49AD7A69B5F6}" dt="2025-08-18T12:00:15.002" v="144"/>
          <ac:spMkLst>
            <pc:docMk/>
            <pc:sldMk cId="1835496006" sldId="257"/>
            <ac:spMk id="6" creationId="{A2B3CF64-0811-59ED-B74B-630E2EAB246C}"/>
          </ac:spMkLst>
        </pc:spChg>
        <pc:spChg chg="add mod">
          <ac:chgData name="Arya Shah" userId="09d265283d382add" providerId="LiveId" clId="{DDC540C2-3155-4B97-BA46-49AD7A69B5F6}" dt="2025-08-18T12:13:17.436" v="238" actId="1076"/>
          <ac:spMkLst>
            <pc:docMk/>
            <pc:sldMk cId="1835496006" sldId="257"/>
            <ac:spMk id="7" creationId="{02ADA707-13A6-36F8-5653-2FA9CE2AD97B}"/>
          </ac:spMkLst>
        </pc:spChg>
        <pc:spChg chg="add del mod">
          <ac:chgData name="Arya Shah" userId="09d265283d382add" providerId="LiveId" clId="{DDC540C2-3155-4B97-BA46-49AD7A69B5F6}" dt="2025-08-18T12:11:34.350" v="222"/>
          <ac:spMkLst>
            <pc:docMk/>
            <pc:sldMk cId="1835496006" sldId="257"/>
            <ac:spMk id="8" creationId="{16C20BDF-D38D-0E68-33F1-B5122CC5A850}"/>
          </ac:spMkLst>
        </pc:spChg>
        <pc:spChg chg="add mod">
          <ac:chgData name="Arya Shah" userId="09d265283d382add" providerId="LiveId" clId="{DDC540C2-3155-4B97-BA46-49AD7A69B5F6}" dt="2025-08-18T12:14:17.317" v="256" actId="1076"/>
          <ac:spMkLst>
            <pc:docMk/>
            <pc:sldMk cId="1835496006" sldId="257"/>
            <ac:spMk id="9" creationId="{B93B344E-98C5-7815-209B-05D98AD57B17}"/>
          </ac:spMkLst>
        </pc:spChg>
        <pc:spChg chg="add mod">
          <ac:chgData name="Arya Shah" userId="09d265283d382add" providerId="LiveId" clId="{DDC540C2-3155-4B97-BA46-49AD7A69B5F6}" dt="2025-08-18T12:14:46.114" v="260"/>
          <ac:spMkLst>
            <pc:docMk/>
            <pc:sldMk cId="1835496006" sldId="257"/>
            <ac:spMk id="10" creationId="{6215E5A7-B441-CC3B-82FB-85CB0BC37AD9}"/>
          </ac:spMkLst>
        </pc:spChg>
      </pc:sldChg>
      <pc:sldChg chg="addSp modSp new mod ord modTransition">
        <pc:chgData name="Arya Shah" userId="09d265283d382add" providerId="LiveId" clId="{DDC540C2-3155-4B97-BA46-49AD7A69B5F6}" dt="2025-08-18T12:45:35.871" v="385" actId="2711"/>
        <pc:sldMkLst>
          <pc:docMk/>
          <pc:sldMk cId="2891981113" sldId="258"/>
        </pc:sldMkLst>
        <pc:spChg chg="mod">
          <ac:chgData name="Arya Shah" userId="09d265283d382add" providerId="LiveId" clId="{DDC540C2-3155-4B97-BA46-49AD7A69B5F6}" dt="2025-08-18T12:45:35.871" v="385" actId="2711"/>
          <ac:spMkLst>
            <pc:docMk/>
            <pc:sldMk cId="2891981113" sldId="258"/>
            <ac:spMk id="2" creationId="{F41B83B1-FCDE-89ED-F04E-857D4674C38B}"/>
          </ac:spMkLst>
        </pc:spChg>
        <pc:spChg chg="mod">
          <ac:chgData name="Arya Shah" userId="09d265283d382add" providerId="LiveId" clId="{DDC540C2-3155-4B97-BA46-49AD7A69B5F6}" dt="2025-08-18T12:45:30.700" v="384" actId="113"/>
          <ac:spMkLst>
            <pc:docMk/>
            <pc:sldMk cId="2891981113" sldId="258"/>
            <ac:spMk id="3" creationId="{0C6098D6-9333-60CF-9957-E0180F1225D8}"/>
          </ac:spMkLst>
        </pc:spChg>
        <pc:spChg chg="add">
          <ac:chgData name="Arya Shah" userId="09d265283d382add" providerId="LiveId" clId="{DDC540C2-3155-4B97-BA46-49AD7A69B5F6}" dt="2025-08-18T12:43:18.569" v="343"/>
          <ac:spMkLst>
            <pc:docMk/>
            <pc:sldMk cId="2891981113" sldId="258"/>
            <ac:spMk id="4" creationId="{E0063A98-8B8D-0005-C64B-6799E5E01F6C}"/>
          </ac:spMkLst>
        </pc:spChg>
        <pc:spChg chg="add mod">
          <ac:chgData name="Arya Shah" userId="09d265283d382add" providerId="LiveId" clId="{DDC540C2-3155-4B97-BA46-49AD7A69B5F6}" dt="2025-08-18T12:43:24.064" v="345"/>
          <ac:spMkLst>
            <pc:docMk/>
            <pc:sldMk cId="2891981113" sldId="258"/>
            <ac:spMk id="5" creationId="{B2B4B38F-3ACF-1B60-9D03-601196D1DED9}"/>
          </ac:spMkLst>
        </pc:spChg>
        <pc:spChg chg="add">
          <ac:chgData name="Arya Shah" userId="09d265283d382add" providerId="LiveId" clId="{DDC540C2-3155-4B97-BA46-49AD7A69B5F6}" dt="2025-08-18T12:43:25.906" v="346"/>
          <ac:spMkLst>
            <pc:docMk/>
            <pc:sldMk cId="2891981113" sldId="258"/>
            <ac:spMk id="6" creationId="{B5C1B229-83EE-42E1-FCA6-2B6FFA4D2D26}"/>
          </ac:spMkLst>
        </pc:spChg>
        <pc:spChg chg="add">
          <ac:chgData name="Arya Shah" userId="09d265283d382add" providerId="LiveId" clId="{DDC540C2-3155-4B97-BA46-49AD7A69B5F6}" dt="2025-08-18T12:43:30.702" v="349"/>
          <ac:spMkLst>
            <pc:docMk/>
            <pc:sldMk cId="2891981113" sldId="258"/>
            <ac:spMk id="7" creationId="{DEB8EF55-034E-4E5A-E917-334342FF7ED6}"/>
          </ac:spMkLst>
        </pc:spChg>
      </pc:sldChg>
      <pc:sldChg chg="modSp new del mod ord">
        <pc:chgData name="Arya Shah" userId="09d265283d382add" providerId="LiveId" clId="{DDC540C2-3155-4B97-BA46-49AD7A69B5F6}" dt="2025-08-18T12:21:18.577" v="328" actId="47"/>
        <pc:sldMkLst>
          <pc:docMk/>
          <pc:sldMk cId="1853281640" sldId="259"/>
        </pc:sldMkLst>
        <pc:spChg chg="mod">
          <ac:chgData name="Arya Shah" userId="09d265283d382add" providerId="LiveId" clId="{DDC540C2-3155-4B97-BA46-49AD7A69B5F6}" dt="2025-08-18T12:17:47.258" v="300" actId="2711"/>
          <ac:spMkLst>
            <pc:docMk/>
            <pc:sldMk cId="1853281640" sldId="259"/>
            <ac:spMk id="2" creationId="{3D938904-5C0C-F653-249D-D10090927186}"/>
          </ac:spMkLst>
        </pc:spChg>
        <pc:spChg chg="mod">
          <ac:chgData name="Arya Shah" userId="09d265283d382add" providerId="LiveId" clId="{DDC540C2-3155-4B97-BA46-49AD7A69B5F6}" dt="2025-08-18T12:12:41.764" v="235" actId="208"/>
          <ac:spMkLst>
            <pc:docMk/>
            <pc:sldMk cId="1853281640" sldId="259"/>
            <ac:spMk id="3" creationId="{B47717A5-E71B-CB88-34FC-3A4033E43E9D}"/>
          </ac:spMkLst>
        </pc:spChg>
        <pc:spChg chg="mod">
          <ac:chgData name="Arya Shah" userId="09d265283d382add" providerId="LiveId" clId="{DDC540C2-3155-4B97-BA46-49AD7A69B5F6}" dt="2025-08-18T12:17:27.284" v="299" actId="27636"/>
          <ac:spMkLst>
            <pc:docMk/>
            <pc:sldMk cId="1853281640" sldId="259"/>
            <ac:spMk id="4" creationId="{90AD454D-C36A-E497-0399-F6A915F66F2D}"/>
          </ac:spMkLst>
        </pc:spChg>
        <pc:spChg chg="mod">
          <ac:chgData name="Arya Shah" userId="09d265283d382add" providerId="LiveId" clId="{DDC540C2-3155-4B97-BA46-49AD7A69B5F6}" dt="2025-08-18T11:49:29.477" v="29" actId="20577"/>
          <ac:spMkLst>
            <pc:docMk/>
            <pc:sldMk cId="1853281640" sldId="259"/>
            <ac:spMk id="5" creationId="{B8B1BB72-6A3C-B9D9-5D85-DFC3D753F682}"/>
          </ac:spMkLst>
        </pc:spChg>
        <pc:spChg chg="mod">
          <ac:chgData name="Arya Shah" userId="09d265283d382add" providerId="LiveId" clId="{DDC540C2-3155-4B97-BA46-49AD7A69B5F6}" dt="2025-08-18T12:17:27.283" v="298" actId="27636"/>
          <ac:spMkLst>
            <pc:docMk/>
            <pc:sldMk cId="1853281640" sldId="259"/>
            <ac:spMk id="6" creationId="{9E2E4D88-BAD8-E75F-A73C-82BEC7E50AB9}"/>
          </ac:spMkLst>
        </pc:spChg>
      </pc:sldChg>
      <pc:sldChg chg="addSp modSp new mod modTransition">
        <pc:chgData name="Arya Shah" userId="09d265283d382add" providerId="LiveId" clId="{DDC540C2-3155-4B97-BA46-49AD7A69B5F6}" dt="2025-08-18T12:21:56.240" v="331"/>
        <pc:sldMkLst>
          <pc:docMk/>
          <pc:sldMk cId="2174250598" sldId="260"/>
        </pc:sldMkLst>
        <pc:spChg chg="mod">
          <ac:chgData name="Arya Shah" userId="09d265283d382add" providerId="LiveId" clId="{DDC540C2-3155-4B97-BA46-49AD7A69B5F6}" dt="2025-08-18T12:18:50.713" v="308" actId="2711"/>
          <ac:spMkLst>
            <pc:docMk/>
            <pc:sldMk cId="2174250598" sldId="260"/>
            <ac:spMk id="2" creationId="{56ACFD11-6296-66EF-4BB7-B58AF343DB9F}"/>
          </ac:spMkLst>
        </pc:spChg>
        <pc:spChg chg="mod">
          <ac:chgData name="Arya Shah" userId="09d265283d382add" providerId="LiveId" clId="{DDC540C2-3155-4B97-BA46-49AD7A69B5F6}" dt="2025-08-18T12:18:54.001" v="309" actId="2711"/>
          <ac:spMkLst>
            <pc:docMk/>
            <pc:sldMk cId="2174250598" sldId="260"/>
            <ac:spMk id="3" creationId="{7C65AB3D-905C-22B8-C82A-A25805CB69EC}"/>
          </ac:spMkLst>
        </pc:spChg>
        <pc:spChg chg="add">
          <ac:chgData name="Arya Shah" userId="09d265283d382add" providerId="LiveId" clId="{DDC540C2-3155-4B97-BA46-49AD7A69B5F6}" dt="2025-08-18T11:53:54.609" v="51"/>
          <ac:spMkLst>
            <pc:docMk/>
            <pc:sldMk cId="2174250598" sldId="260"/>
            <ac:spMk id="4" creationId="{BE56D0EE-00E0-1CA9-8462-95FF4A6F9105}"/>
          </ac:spMkLst>
        </pc:spChg>
        <pc:spChg chg="add">
          <ac:chgData name="Arya Shah" userId="09d265283d382add" providerId="LiveId" clId="{DDC540C2-3155-4B97-BA46-49AD7A69B5F6}" dt="2025-08-18T11:53:58.982" v="52"/>
          <ac:spMkLst>
            <pc:docMk/>
            <pc:sldMk cId="2174250598" sldId="260"/>
            <ac:spMk id="5" creationId="{8CDC2240-0ED0-2B3C-9853-F5FDFD670DE1}"/>
          </ac:spMkLst>
        </pc:spChg>
      </pc:sldChg>
      <pc:sldChg chg="modSp new mod modTransition">
        <pc:chgData name="Arya Shah" userId="09d265283d382add" providerId="LiveId" clId="{DDC540C2-3155-4B97-BA46-49AD7A69B5F6}" dt="2025-08-18T12:42:32.356" v="338" actId="20577"/>
        <pc:sldMkLst>
          <pc:docMk/>
          <pc:sldMk cId="78022333" sldId="261"/>
        </pc:sldMkLst>
        <pc:spChg chg="mod">
          <ac:chgData name="Arya Shah" userId="09d265283d382add" providerId="LiveId" clId="{DDC540C2-3155-4B97-BA46-49AD7A69B5F6}" dt="2025-08-18T12:18:16.378" v="304" actId="2711"/>
          <ac:spMkLst>
            <pc:docMk/>
            <pc:sldMk cId="78022333" sldId="261"/>
            <ac:spMk id="2" creationId="{66EE04DB-F000-2C1D-345C-53E3A408E1AE}"/>
          </ac:spMkLst>
        </pc:spChg>
        <pc:spChg chg="mod">
          <ac:chgData name="Arya Shah" userId="09d265283d382add" providerId="LiveId" clId="{DDC540C2-3155-4B97-BA46-49AD7A69B5F6}" dt="2025-08-18T12:42:32.356" v="338" actId="20577"/>
          <ac:spMkLst>
            <pc:docMk/>
            <pc:sldMk cId="78022333" sldId="261"/>
            <ac:spMk id="3" creationId="{6DEE9F8B-CA01-9EC8-F625-6C81106CF985}"/>
          </ac:spMkLst>
        </pc:spChg>
      </pc:sldChg>
      <pc:sldChg chg="modSp new mod modTransition">
        <pc:chgData name="Arya Shah" userId="09d265283d382add" providerId="LiveId" clId="{DDC540C2-3155-4B97-BA46-49AD7A69B5F6}" dt="2025-08-18T12:21:56.240" v="331"/>
        <pc:sldMkLst>
          <pc:docMk/>
          <pc:sldMk cId="488979809" sldId="262"/>
        </pc:sldMkLst>
        <pc:spChg chg="mod">
          <ac:chgData name="Arya Shah" userId="09d265283d382add" providerId="LiveId" clId="{DDC540C2-3155-4B97-BA46-49AD7A69B5F6}" dt="2025-08-18T12:17:57.934" v="302" actId="2711"/>
          <ac:spMkLst>
            <pc:docMk/>
            <pc:sldMk cId="488979809" sldId="262"/>
            <ac:spMk id="2" creationId="{F8179A60-E98C-2E9D-5879-01B1CB026555}"/>
          </ac:spMkLst>
        </pc:spChg>
        <pc:spChg chg="mod">
          <ac:chgData name="Arya Shah" userId="09d265283d382add" providerId="LiveId" clId="{DDC540C2-3155-4B97-BA46-49AD7A69B5F6}" dt="2025-08-18T12:17:52.025" v="301" actId="2711"/>
          <ac:spMkLst>
            <pc:docMk/>
            <pc:sldMk cId="488979809" sldId="262"/>
            <ac:spMk id="3" creationId="{553D1205-6469-00D6-F5A5-5042871A3CCF}"/>
          </ac:spMkLst>
        </pc:spChg>
      </pc:sldChg>
      <pc:sldChg chg="new del">
        <pc:chgData name="Arya Shah" userId="09d265283d382add" providerId="LiveId" clId="{DDC540C2-3155-4B97-BA46-49AD7A69B5F6}" dt="2025-08-18T12:10:38.274" v="215" actId="47"/>
        <pc:sldMkLst>
          <pc:docMk/>
          <pc:sldMk cId="672716026" sldId="263"/>
        </pc:sldMkLst>
      </pc:sldChg>
      <pc:sldChg chg="addSp modSp new mod ord modTransition">
        <pc:chgData name="Arya Shah" userId="09d265283d382add" providerId="LiveId" clId="{DDC540C2-3155-4B97-BA46-49AD7A69B5F6}" dt="2025-08-18T12:45:13.704" v="381" actId="2711"/>
        <pc:sldMkLst>
          <pc:docMk/>
          <pc:sldMk cId="2765951560" sldId="263"/>
        </pc:sldMkLst>
        <pc:spChg chg="mod">
          <ac:chgData name="Arya Shah" userId="09d265283d382add" providerId="LiveId" clId="{DDC540C2-3155-4B97-BA46-49AD7A69B5F6}" dt="2025-08-18T12:13:57.749" v="252" actId="27636"/>
          <ac:spMkLst>
            <pc:docMk/>
            <pc:sldMk cId="2765951560" sldId="263"/>
            <ac:spMk id="2" creationId="{0689A298-E818-8ED3-9EB2-4530438DCA1E}"/>
          </ac:spMkLst>
        </pc:spChg>
        <pc:spChg chg="mod">
          <ac:chgData name="Arya Shah" userId="09d265283d382add" providerId="LiveId" clId="{DDC540C2-3155-4B97-BA46-49AD7A69B5F6}" dt="2025-08-18T12:13:44.647" v="246" actId="27636"/>
          <ac:spMkLst>
            <pc:docMk/>
            <pc:sldMk cId="2765951560" sldId="263"/>
            <ac:spMk id="3" creationId="{F39A4899-911B-6496-66D3-7FFC05576167}"/>
          </ac:spMkLst>
        </pc:spChg>
        <pc:spChg chg="mod">
          <ac:chgData name="Arya Shah" userId="09d265283d382add" providerId="LiveId" clId="{DDC540C2-3155-4B97-BA46-49AD7A69B5F6}" dt="2025-08-18T12:13:44.649" v="247" actId="27636"/>
          <ac:spMkLst>
            <pc:docMk/>
            <pc:sldMk cId="2765951560" sldId="263"/>
            <ac:spMk id="4" creationId="{9C9B4C1C-8949-55C1-6B94-D0923B5762EC}"/>
          </ac:spMkLst>
        </pc:spChg>
        <pc:spChg chg="add mod">
          <ac:chgData name="Arya Shah" userId="09d265283d382add" providerId="LiveId" clId="{DDC540C2-3155-4B97-BA46-49AD7A69B5F6}" dt="2025-08-18T12:44:51.813" v="376" actId="2711"/>
          <ac:spMkLst>
            <pc:docMk/>
            <pc:sldMk cId="2765951560" sldId="263"/>
            <ac:spMk id="5" creationId="{BE6DE859-85B8-B5DA-D35F-877B6D6E964A}"/>
          </ac:spMkLst>
        </pc:spChg>
        <pc:spChg chg="add mod">
          <ac:chgData name="Arya Shah" userId="09d265283d382add" providerId="LiveId" clId="{DDC540C2-3155-4B97-BA46-49AD7A69B5F6}" dt="2025-08-18T12:45:13.704" v="381" actId="2711"/>
          <ac:spMkLst>
            <pc:docMk/>
            <pc:sldMk cId="2765951560" sldId="263"/>
            <ac:spMk id="6" creationId="{025F2781-C51B-62FE-D8BF-DEC6231A395F}"/>
          </ac:spMkLst>
        </pc:spChg>
        <pc:spChg chg="add mod">
          <ac:chgData name="Arya Shah" userId="09d265283d382add" providerId="LiveId" clId="{DDC540C2-3155-4B97-BA46-49AD7A69B5F6}" dt="2025-08-18T12:44:56.535" v="377" actId="2711"/>
          <ac:spMkLst>
            <pc:docMk/>
            <pc:sldMk cId="2765951560" sldId="263"/>
            <ac:spMk id="7" creationId="{145A6721-B89D-9800-CE3E-47B39222407B}"/>
          </ac:spMkLst>
        </pc:spChg>
        <pc:spChg chg="add mod">
          <ac:chgData name="Arya Shah" userId="09d265283d382add" providerId="LiveId" clId="{DDC540C2-3155-4B97-BA46-49AD7A69B5F6}" dt="2025-08-18T12:14:33.084" v="258"/>
          <ac:spMkLst>
            <pc:docMk/>
            <pc:sldMk cId="2765951560" sldId="263"/>
            <ac:spMk id="8" creationId="{7F300B75-644B-4480-C01D-5292406FD666}"/>
          </ac:spMkLst>
        </pc:spChg>
        <pc:spChg chg="add mod">
          <ac:chgData name="Arya Shah" userId="09d265283d382add" providerId="LiveId" clId="{DDC540C2-3155-4B97-BA46-49AD7A69B5F6}" dt="2025-08-18T12:14:33.084" v="258"/>
          <ac:spMkLst>
            <pc:docMk/>
            <pc:sldMk cId="2765951560" sldId="263"/>
            <ac:spMk id="9" creationId="{76F85228-C9DA-3619-4615-3C41F8D5D60A}"/>
          </ac:spMkLst>
        </pc:spChg>
        <pc:spChg chg="add mod">
          <ac:chgData name="Arya Shah" userId="09d265283d382add" providerId="LiveId" clId="{DDC540C2-3155-4B97-BA46-49AD7A69B5F6}" dt="2025-08-18T12:45:08.878" v="380" actId="2711"/>
          <ac:spMkLst>
            <pc:docMk/>
            <pc:sldMk cId="2765951560" sldId="263"/>
            <ac:spMk id="10" creationId="{F8238098-2124-7E33-9342-7169571DAD52}"/>
          </ac:spMkLst>
        </pc:spChg>
      </pc:sldChg>
      <pc:sldChg chg="new del">
        <pc:chgData name="Arya Shah" userId="09d265283d382add" providerId="LiveId" clId="{DDC540C2-3155-4B97-BA46-49AD7A69B5F6}" dt="2025-08-18T12:15:46.301" v="271" actId="47"/>
        <pc:sldMkLst>
          <pc:docMk/>
          <pc:sldMk cId="2751620396" sldId="264"/>
        </pc:sldMkLst>
      </pc:sldChg>
      <pc:sldChg chg="addSp modSp new mod modTransition">
        <pc:chgData name="Arya Shah" userId="09d265283d382add" providerId="LiveId" clId="{DDC540C2-3155-4B97-BA46-49AD7A69B5F6}" dt="2025-08-18T12:21:56.240" v="331"/>
        <pc:sldMkLst>
          <pc:docMk/>
          <pc:sldMk cId="2831049453" sldId="264"/>
        </pc:sldMkLst>
        <pc:spChg chg="add mod">
          <ac:chgData name="Arya Shah" userId="09d265283d382add" providerId="LiveId" clId="{DDC540C2-3155-4B97-BA46-49AD7A69B5F6}" dt="2025-08-18T12:17:13.165" v="296" actId="1076"/>
          <ac:spMkLst>
            <pc:docMk/>
            <pc:sldMk cId="2831049453" sldId="264"/>
            <ac:spMk id="2" creationId="{3EE4529D-B841-A474-10C2-201EEEBD9423}"/>
          </ac:spMkLst>
        </pc:spChg>
      </pc:sldChg>
      <pc:sldChg chg="addSp modSp new mod ord modTransition">
        <pc:chgData name="Arya Shah" userId="09d265283d382add" providerId="LiveId" clId="{DDC540C2-3155-4B97-BA46-49AD7A69B5F6}" dt="2025-08-18T13:00:45.648" v="389"/>
        <pc:sldMkLst>
          <pc:docMk/>
          <pc:sldMk cId="865464954" sldId="265"/>
        </pc:sldMkLst>
        <pc:spChg chg="add mod">
          <ac:chgData name="Arya Shah" userId="09d265283d382add" providerId="LiveId" clId="{DDC540C2-3155-4B97-BA46-49AD7A69B5F6}" dt="2025-08-18T12:45:47.663" v="386" actId="1076"/>
          <ac:spMkLst>
            <pc:docMk/>
            <pc:sldMk cId="865464954" sldId="265"/>
            <ac:spMk id="2" creationId="{6C361507-AF09-207F-B86B-C8A8E5829210}"/>
          </ac:spMkLst>
        </pc:spChg>
        <pc:spChg chg="add mod">
          <ac:chgData name="Arya Shah" userId="09d265283d382add" providerId="LiveId" clId="{DDC540C2-3155-4B97-BA46-49AD7A69B5F6}" dt="2025-08-18T12:45:52.227" v="387" actId="1076"/>
          <ac:spMkLst>
            <pc:docMk/>
            <pc:sldMk cId="865464954" sldId="265"/>
            <ac:spMk id="3" creationId="{ACB0F4F7-E498-D92E-DF72-CEB42B8F2B28}"/>
          </ac:spMkLst>
        </pc:spChg>
      </pc:sldChg>
      <pc:sldMasterChg chg="modTransition modSldLayout">
        <pc:chgData name="Arya Shah" userId="09d265283d382add" providerId="LiveId" clId="{DDC540C2-3155-4B97-BA46-49AD7A69B5F6}" dt="2025-08-18T12:21:56.240" v="331"/>
        <pc:sldMasterMkLst>
          <pc:docMk/>
          <pc:sldMasterMk cId="0" sldId="2147483648"/>
        </pc:sldMasterMkLst>
        <pc:sldLayoutChg chg="modTransition">
          <pc:chgData name="Arya Shah" userId="09d265283d382add" providerId="LiveId" clId="{DDC540C2-3155-4B97-BA46-49AD7A69B5F6}" dt="2025-08-18T12:21:56.240" v="331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Arya Shah" userId="09d265283d382add" providerId="LiveId" clId="{DDC540C2-3155-4B97-BA46-49AD7A69B5F6}" dt="2025-08-18T12:21:56.240" v="331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Arya Shah" userId="09d265283d382add" providerId="LiveId" clId="{DDC540C2-3155-4B97-BA46-49AD7A69B5F6}" dt="2025-08-18T12:21:56.240" v="331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Arya Shah" userId="09d265283d382add" providerId="LiveId" clId="{DDC540C2-3155-4B97-BA46-49AD7A69B5F6}" dt="2025-08-18T12:21:56.240" v="331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Arya Shah" userId="09d265283d382add" providerId="LiveId" clId="{DDC540C2-3155-4B97-BA46-49AD7A69B5F6}" dt="2025-08-18T12:21:56.240" v="331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Arya Shah" userId="09d265283d382add" providerId="LiveId" clId="{DDC540C2-3155-4B97-BA46-49AD7A69B5F6}" dt="2025-08-18T12:21:56.240" v="331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Arya Shah" userId="09d265283d382add" providerId="LiveId" clId="{DDC540C2-3155-4B97-BA46-49AD7A69B5F6}" dt="2025-08-18T12:21:56.240" v="331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Arya Shah" userId="09d265283d382add" providerId="LiveId" clId="{DDC540C2-3155-4B97-BA46-49AD7A69B5F6}" dt="2025-08-18T12:21:56.240" v="331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Arya Shah" userId="09d265283d382add" providerId="LiveId" clId="{DDC540C2-3155-4B97-BA46-49AD7A69B5F6}" dt="2025-08-18T12:21:56.240" v="331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Arya Shah" userId="09d265283d382add" providerId="LiveId" clId="{DDC540C2-3155-4B97-BA46-49AD7A69B5F6}" dt="2025-08-18T12:21:56.240" v="331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Arya Shah" userId="09d265283d382add" providerId="LiveId" clId="{DDC540C2-3155-4B97-BA46-49AD7A69B5F6}" dt="2025-08-18T12:21:56.240" v="331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361507-AF09-207F-B86B-C8A8E5829210}"/>
              </a:ext>
            </a:extLst>
          </p:cNvPr>
          <p:cNvSpPr txBox="1"/>
          <p:nvPr/>
        </p:nvSpPr>
        <p:spPr>
          <a:xfrm>
            <a:off x="4129548" y="904567"/>
            <a:ext cx="3234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Lucida Bright" panose="02040602050505020304" pitchFamily="18" charset="0"/>
              </a:rPr>
              <a:t>Real estate app</a:t>
            </a:r>
            <a:endParaRPr lang="en-IN" sz="3200" b="1" dirty="0">
              <a:latin typeface="Lucida Bright" panose="020406020505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0F4F7-E498-D92E-DF72-CEB42B8F2B28}"/>
              </a:ext>
            </a:extLst>
          </p:cNvPr>
          <p:cNvSpPr txBox="1"/>
          <p:nvPr/>
        </p:nvSpPr>
        <p:spPr>
          <a:xfrm>
            <a:off x="4129548" y="2079912"/>
            <a:ext cx="4817807" cy="2698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239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Lucida Bright" panose="02040602050505020304" pitchFamily="18" charset="0"/>
                <a:ea typeface="Canva Sans" panose="020B0604020202020204" charset="0"/>
                <a:cs typeface="Canva Sans" panose="020B0604020202020204" charset="0"/>
              </a:rPr>
              <a:t>-NAME : shah Arya Nirav</a:t>
            </a:r>
            <a:endParaRPr lang="en-IN" dirty="0">
              <a:latin typeface="Lucida Bright" panose="02040602050505020304" pitchFamily="18" charset="0"/>
            </a:endParaRPr>
          </a:p>
          <a:p>
            <a:pPr marL="285750" indent="-285750">
              <a:lnSpc>
                <a:spcPts val="3239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Lucida Bright" panose="02040602050505020304" pitchFamily="18" charset="0"/>
                <a:ea typeface="Canva Sans" panose="020B0604020202020204" charset="0"/>
                <a:cs typeface="Canva Sans" panose="020B0604020202020204" charset="0"/>
              </a:rPr>
              <a:t>-ROLL NO : 31</a:t>
            </a:r>
            <a:endParaRPr lang="en-IN" dirty="0">
              <a:latin typeface="Lucida Bright" panose="02040602050505020304" pitchFamily="18" charset="0"/>
            </a:endParaRPr>
          </a:p>
          <a:p>
            <a:pPr marL="285750" indent="-285750">
              <a:lnSpc>
                <a:spcPts val="3239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Lucida Bright" panose="02040602050505020304" pitchFamily="18" charset="0"/>
                <a:ea typeface="Canva Sans" panose="020B0604020202020204" charset="0"/>
                <a:cs typeface="Canva Sans" panose="020B0604020202020204" charset="0"/>
              </a:rPr>
              <a:t>-ENROLLMENT NO : 23002170210117</a:t>
            </a:r>
            <a:endParaRPr lang="en-IN" dirty="0">
              <a:latin typeface="Lucida Bright" panose="02040602050505020304" pitchFamily="18" charset="0"/>
            </a:endParaRPr>
          </a:p>
          <a:p>
            <a:pPr marL="285750" indent="-285750">
              <a:lnSpc>
                <a:spcPts val="3239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Lucida Bright" panose="02040602050505020304" pitchFamily="18" charset="0"/>
                <a:ea typeface="Canva Sans" panose="020B0604020202020204" charset="0"/>
                <a:cs typeface="Canva Sans" panose="020B0604020202020204" charset="0"/>
              </a:rPr>
              <a:t>-BATCH : C-1</a:t>
            </a:r>
            <a:endParaRPr lang="en-IN" dirty="0">
              <a:latin typeface="Lucida Bright" panose="02040602050505020304" pitchFamily="18" charset="0"/>
            </a:endParaRPr>
          </a:p>
          <a:p>
            <a:pPr marL="285750" indent="-285750">
              <a:lnSpc>
                <a:spcPts val="3239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Lucida Bright" panose="02040602050505020304" pitchFamily="18" charset="0"/>
                <a:ea typeface="Canva Sans" panose="020B0604020202020204" charset="0"/>
                <a:cs typeface="Canva Sans" panose="020B0604020202020204" charset="0"/>
              </a:rPr>
              <a:t>-BRANCH : IT</a:t>
            </a:r>
            <a:endParaRPr lang="en-IN" dirty="0">
              <a:latin typeface="Lucida Bright" panose="02040602050505020304" pitchFamily="18" charset="0"/>
            </a:endParaRPr>
          </a:p>
          <a:p>
            <a:endParaRPr lang="en-IN" dirty="0">
              <a:latin typeface="Lucida Bright" panose="02040602050505020304" pitchFamily="18" charset="0"/>
            </a:endParaRPr>
          </a:p>
          <a:p>
            <a:endParaRPr lang="en-IN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46495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FD11-6296-66EF-4BB7-B58AF343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Lucida Bright" panose="02040602050505020304" pitchFamily="18" charset="0"/>
              </a:rPr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5AB3D-905C-22B8-C82A-A25805CB6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Lucida Bright" panose="02040602050505020304" pitchFamily="18" charset="0"/>
              </a:rPr>
              <a:t>Frontend – React &amp; Bootstrap</a:t>
            </a:r>
          </a:p>
          <a:p>
            <a:r>
              <a:rPr lang="en-IN" dirty="0">
                <a:latin typeface="Lucida Bright" panose="02040602050505020304" pitchFamily="18" charset="0"/>
              </a:rPr>
              <a:t>Backend – Node.js &amp; Express.js</a:t>
            </a:r>
          </a:p>
          <a:p>
            <a:r>
              <a:rPr lang="en-IN" dirty="0" err="1">
                <a:latin typeface="Lucida Bright" panose="02040602050505020304" pitchFamily="18" charset="0"/>
              </a:rPr>
              <a:t>DataBase</a:t>
            </a:r>
            <a:r>
              <a:rPr lang="en-IN" dirty="0">
                <a:latin typeface="Lucida Bright" panose="02040602050505020304" pitchFamily="18" charset="0"/>
              </a:rPr>
              <a:t> – MongoDB</a:t>
            </a:r>
          </a:p>
          <a:p>
            <a:r>
              <a:rPr lang="en-IN" dirty="0">
                <a:latin typeface="Lucida Bright" panose="02040602050505020304" pitchFamily="18" charset="0"/>
              </a:rPr>
              <a:t>Other Tools &amp; Libraries – </a:t>
            </a:r>
            <a:r>
              <a:rPr lang="en-IN" dirty="0" err="1">
                <a:latin typeface="Lucida Bright" panose="02040602050505020304" pitchFamily="18" charset="0"/>
              </a:rPr>
              <a:t>Nodemailer</a:t>
            </a:r>
            <a:r>
              <a:rPr lang="en-IN" dirty="0">
                <a:latin typeface="Lucida Bright" panose="02040602050505020304" pitchFamily="18" charset="0"/>
              </a:rPr>
              <a:t> &amp; Axios </a:t>
            </a:r>
          </a:p>
          <a:p>
            <a:endParaRPr lang="en-IN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25059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E04DB-F000-2C1D-345C-53E3A408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Lucida Bright" panose="020406020505050203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9F8B-CA01-9EC8-F625-6C81106CF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Lucida Bright" panose="02040602050505020304" pitchFamily="18" charset="0"/>
              </a:rPr>
              <a:t>Property Listings</a:t>
            </a:r>
            <a:r>
              <a:rPr lang="en-US" dirty="0">
                <a:latin typeface="Lucida Bright" panose="02040602050505020304" pitchFamily="18" charset="0"/>
              </a:rPr>
              <a:t> – Display properties with images, details, and pricing.</a:t>
            </a:r>
          </a:p>
          <a:p>
            <a:r>
              <a:rPr lang="en-US" b="1" dirty="0">
                <a:latin typeface="Lucida Bright" panose="02040602050505020304" pitchFamily="18" charset="0"/>
              </a:rPr>
              <a:t>Advanced Search &amp; Filters</a:t>
            </a:r>
            <a:r>
              <a:rPr lang="en-US" dirty="0">
                <a:latin typeface="Lucida Bright" panose="02040602050505020304" pitchFamily="18" charset="0"/>
              </a:rPr>
              <a:t> – Search by location, budget, and property type.</a:t>
            </a:r>
          </a:p>
          <a:p>
            <a:r>
              <a:rPr lang="en-US" b="1" dirty="0">
                <a:latin typeface="Lucida Bright" panose="02040602050505020304" pitchFamily="18" charset="0"/>
              </a:rPr>
              <a:t>Property Details Page</a:t>
            </a:r>
            <a:r>
              <a:rPr lang="en-US" dirty="0">
                <a:latin typeface="Lucida Bright" panose="02040602050505020304" pitchFamily="18" charset="0"/>
              </a:rPr>
              <a:t> – Carousel view with complete property information.</a:t>
            </a:r>
          </a:p>
          <a:p>
            <a:r>
              <a:rPr lang="en-US" b="1" dirty="0">
                <a:latin typeface="Lucida Bright" panose="02040602050505020304" pitchFamily="18" charset="0"/>
              </a:rPr>
              <a:t>Contact Form</a:t>
            </a:r>
            <a:r>
              <a:rPr lang="en-US" dirty="0">
                <a:latin typeface="Lucida Bright" panose="02040602050505020304" pitchFamily="18" charset="0"/>
              </a:rPr>
              <a:t> – Allows users to send inquiries directly to the platform.</a:t>
            </a:r>
          </a:p>
          <a:p>
            <a:endParaRPr lang="en-IN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2233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83B1-FCDE-89ED-F04E-857D4674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Lucida Bright" panose="02040602050505020304" pitchFamily="18" charset="0"/>
              </a:rPr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098D6-9333-60CF-9957-E0180F122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740421" cy="3450613"/>
          </a:xfrm>
        </p:spPr>
        <p:txBody>
          <a:bodyPr numCol="1"/>
          <a:lstStyle/>
          <a:p>
            <a:r>
              <a:rPr lang="en-US" dirty="0">
                <a:latin typeface="Lucida Bright" panose="02040602050505020304" pitchFamily="18" charset="0"/>
              </a:rPr>
              <a:t>User lands on homepage → sees property listings</a:t>
            </a:r>
          </a:p>
          <a:p>
            <a:r>
              <a:rPr lang="en-US" dirty="0">
                <a:latin typeface="Lucida Bright" panose="02040602050505020304" pitchFamily="18" charset="0"/>
              </a:rPr>
              <a:t>Apply filters (price, location, keywords)</a:t>
            </a:r>
          </a:p>
          <a:p>
            <a:r>
              <a:rPr lang="en-US" dirty="0">
                <a:latin typeface="Lucida Bright" panose="02040602050505020304" pitchFamily="18" charset="0"/>
              </a:rPr>
              <a:t>Click “view more” → </a:t>
            </a:r>
            <a:r>
              <a:rPr lang="en-IN" dirty="0">
                <a:latin typeface="Lucida Bright" panose="02040602050505020304" pitchFamily="18" charset="0"/>
              </a:rPr>
              <a:t>navigate to detail page</a:t>
            </a:r>
            <a:endParaRPr lang="en-US" dirty="0">
              <a:latin typeface="Lucida Bright" panose="02040602050505020304" pitchFamily="18" charset="0"/>
            </a:endParaRPr>
          </a:p>
          <a:p>
            <a:r>
              <a:rPr lang="en-US" dirty="0">
                <a:latin typeface="Lucida Bright" panose="02040602050505020304" pitchFamily="18" charset="0"/>
              </a:rPr>
              <a:t>Property Details Page → Shows carousel images, full property details, and option to contact.</a:t>
            </a:r>
          </a:p>
          <a:p>
            <a:r>
              <a:rPr lang="en-US" dirty="0">
                <a:latin typeface="Lucida Bright" panose="02040602050505020304" pitchFamily="18" charset="0"/>
              </a:rPr>
              <a:t>Contact Form → User submits inquiry; backend handles and sends email.</a:t>
            </a:r>
          </a:p>
          <a:p>
            <a:endParaRPr lang="en-US" dirty="0">
              <a:latin typeface="Lucida Bright" panose="02040602050505020304" pitchFamily="18" charset="0"/>
            </a:endParaRPr>
          </a:p>
          <a:p>
            <a:endParaRPr lang="en-IN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98111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9A298-E818-8ED3-9EB2-4530438D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3739059" y="7328970"/>
            <a:ext cx="291574" cy="16910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A4899-911B-6496-66D3-7FFC05576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flipH="1" flipV="1">
            <a:off x="-1370201" y="7809383"/>
            <a:ext cx="121504" cy="262901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B4C1C-8949-55C1-6B94-D0923B576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13203" y="5289755"/>
            <a:ext cx="45719" cy="169108"/>
          </a:xfrm>
        </p:spPr>
        <p:txBody>
          <a:bodyPr>
            <a:normAutofit fontScale="25000" lnSpcReduction="20000"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DE859-85B8-B5DA-D35F-877B6D6E964A}"/>
              </a:ext>
            </a:extLst>
          </p:cNvPr>
          <p:cNvSpPr txBox="1"/>
          <p:nvPr/>
        </p:nvSpPr>
        <p:spPr>
          <a:xfrm>
            <a:off x="1814053" y="1146568"/>
            <a:ext cx="221225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Lucida Bright" panose="02040602050505020304" pitchFamily="18" charset="0"/>
              </a:rPr>
              <a:t>Objective</a:t>
            </a:r>
          </a:p>
          <a:p>
            <a:endParaRPr lang="en-IN" dirty="0">
              <a:latin typeface="Lucida Bright" panose="02040602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F2781-C51B-62FE-D8BF-DEC6231A395F}"/>
              </a:ext>
            </a:extLst>
          </p:cNvPr>
          <p:cNvSpPr txBox="1"/>
          <p:nvPr/>
        </p:nvSpPr>
        <p:spPr>
          <a:xfrm>
            <a:off x="6096000" y="2074606"/>
            <a:ext cx="30578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ucida Bright" panose="02040602050505020304" pitchFamily="18" charset="0"/>
              </a:rPr>
              <a:t>Limited access to property images and descriptions.</a:t>
            </a:r>
            <a:endParaRPr lang="en-IN" dirty="0">
              <a:latin typeface="Lucida Bright" panose="02040602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ucida Bright" panose="02040602050505020304" pitchFamily="18" charset="0"/>
              </a:rPr>
              <a:t>Communication between buyers and sellers is often delayed and inefficient.</a:t>
            </a:r>
            <a:endParaRPr lang="en-IN" dirty="0">
              <a:effectLst/>
              <a:latin typeface="Lucida Bright" panose="020406020505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A6721-B89D-9800-CE3E-47B39222407B}"/>
              </a:ext>
            </a:extLst>
          </p:cNvPr>
          <p:cNvSpPr txBox="1"/>
          <p:nvPr/>
        </p:nvSpPr>
        <p:spPr>
          <a:xfrm>
            <a:off x="6381138" y="1274387"/>
            <a:ext cx="221225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cap="all" dirty="0">
                <a:latin typeface="Lucida Bright" panose="02040602050505020304" pitchFamily="18" charset="0"/>
              </a:rPr>
              <a:t>problems</a:t>
            </a:r>
            <a:endParaRPr lang="en-IN" sz="2800" dirty="0">
              <a:latin typeface="Lucida Bright" panose="02040602050505020304" pitchFamily="18" charset="0"/>
            </a:endParaRP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238098-2124-7E33-9342-7169571DAD52}"/>
              </a:ext>
            </a:extLst>
          </p:cNvPr>
          <p:cNvSpPr txBox="1"/>
          <p:nvPr/>
        </p:nvSpPr>
        <p:spPr>
          <a:xfrm>
            <a:off x="1582993" y="2074606"/>
            <a:ext cx="30578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ucida Bright" panose="02040602050505020304" pitchFamily="18" charset="0"/>
              </a:rPr>
              <a:t>To provide easy property search with filters like price, location, and category.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ucida Bright" panose="02040602050505020304" pitchFamily="18" charset="0"/>
              </a:rPr>
              <a:t>To allow users to view complete property details with images and descriptions.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ucida Bright" panose="02040602050505020304" pitchFamily="18" charset="0"/>
              </a:rPr>
              <a:t>To include a reliable contact form for direct communication.</a:t>
            </a:r>
            <a:endParaRPr lang="en-IN" dirty="0">
              <a:latin typeface="Lucida Bright" panose="02040602050505020304" pitchFamily="18" charset="0"/>
            </a:endParaRPr>
          </a:p>
          <a:p>
            <a:endParaRPr lang="en-IN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95156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9A60-E98C-2E9D-5879-01B1CB026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Lucida Bright" panose="020406020505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D1205-6469-00D6-F5A5-5042871A3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Lucida Bright" panose="02040602050505020304" pitchFamily="18" charset="0"/>
              </a:rPr>
              <a:t>Implement secure user authentication &amp; profiles</a:t>
            </a:r>
          </a:p>
          <a:p>
            <a:r>
              <a:rPr lang="en-IN" dirty="0">
                <a:latin typeface="Lucida Bright" panose="02040602050505020304" pitchFamily="18" charset="0"/>
              </a:rPr>
              <a:t>Add AI-driven property recommendations</a:t>
            </a:r>
          </a:p>
          <a:p>
            <a:r>
              <a:rPr lang="en-US" dirty="0">
                <a:latin typeface="Lucida Bright" panose="02040602050505020304" pitchFamily="18" charset="0"/>
              </a:rPr>
              <a:t>Enable online payment &amp; booking integration</a:t>
            </a:r>
          </a:p>
          <a:p>
            <a:r>
              <a:rPr lang="en-US" dirty="0">
                <a:latin typeface="Lucida Bright" panose="02040602050505020304" pitchFamily="18" charset="0"/>
              </a:rPr>
              <a:t>Integrate interactive maps &amp; location-based search</a:t>
            </a:r>
            <a:endParaRPr lang="en-IN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97980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E4529D-B841-A474-10C2-201EEEBD9423}"/>
              </a:ext>
            </a:extLst>
          </p:cNvPr>
          <p:cNvSpPr txBox="1"/>
          <p:nvPr/>
        </p:nvSpPr>
        <p:spPr>
          <a:xfrm>
            <a:off x="4257368" y="2450776"/>
            <a:ext cx="5948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Lucida Fax" panose="0206060205050502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3104945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344</TotalTime>
  <Words>251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Gill Sans MT</vt:lpstr>
      <vt:lpstr>Lucida Bright</vt:lpstr>
      <vt:lpstr>Lucida Fax</vt:lpstr>
      <vt:lpstr>Wingdings</vt:lpstr>
      <vt:lpstr>Gallery</vt:lpstr>
      <vt:lpstr>PowerPoint Presentation</vt:lpstr>
      <vt:lpstr>Tech Stack</vt:lpstr>
      <vt:lpstr>Key Features</vt:lpstr>
      <vt:lpstr>Flow</vt:lpstr>
      <vt:lpstr>PowerPoint Presentation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 Shah</dc:creator>
  <cp:lastModifiedBy>Arya Shah</cp:lastModifiedBy>
  <cp:revision>3</cp:revision>
  <dcterms:created xsi:type="dcterms:W3CDTF">2025-02-21T15:27:20Z</dcterms:created>
  <dcterms:modified xsi:type="dcterms:W3CDTF">2025-08-19T12:01:52Z</dcterms:modified>
</cp:coreProperties>
</file>